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9" autoAdjust="0"/>
    <p:restoredTop sz="94660"/>
  </p:normalViewPr>
  <p:slideViewPr>
    <p:cSldViewPr snapToGrid="0">
      <p:cViewPr>
        <p:scale>
          <a:sx n="100" d="100"/>
          <a:sy n="100" d="100"/>
        </p:scale>
        <p:origin x="-675" y="-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6D36AA-0336-1A2F-18CC-03FB40C50F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09C9865-0BE0-D73C-0DB4-1260541804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23F0B9-1FA0-6D5F-8E4A-11BF4BB79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2C3F5-BB91-4940-9ACE-CA5F647AC350}" type="datetimeFigureOut">
              <a:rPr lang="zh-CN" altLang="en-US" smtClean="0"/>
              <a:t>2024/12/4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110EBB-D275-D402-8D4D-D330C1101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D8F565-10BA-AA5A-1D60-96989A9DB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70DF5-BAF9-472B-9BCD-32EF15BCD4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7426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B7D026-D04A-A471-A996-E390C0259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4C2A04-8F9A-0CF1-3BA1-0D194A3B91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0E78FF-B5A0-20CC-6782-C0DF02D3B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2C3F5-BB91-4940-9ACE-CA5F647AC350}" type="datetimeFigureOut">
              <a:rPr lang="zh-CN" altLang="en-US" smtClean="0"/>
              <a:t>2024/12/4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8381E0-9C10-E93B-DB35-BD7F1A4F0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3F8070-7E32-A621-A81D-8776ED654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70DF5-BAF9-472B-9BCD-32EF15BCD4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6712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9F3F2B-35A2-3F62-1CF3-A362D2AA5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0F2360F-5C52-F50D-8EF9-100E8E9988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8F1E46-DDEC-40D9-B3CF-AD378CA08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2C3F5-BB91-4940-9ACE-CA5F647AC350}" type="datetimeFigureOut">
              <a:rPr lang="zh-CN" altLang="en-US" smtClean="0"/>
              <a:t>2024/12/4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D5433D-FCF2-0967-627D-ADBA67CAA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F802C6-CFEC-8965-A000-53B0872B0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70DF5-BAF9-472B-9BCD-32EF15BCD4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7752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96D0FC-F988-F5D5-3D48-AA6D272A1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EF2A51-4D4B-0B9A-7344-1F28A6D85C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388113A-8F57-95BE-1D73-D0DC694279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F16594D-8BA4-39EC-BB04-2838E753D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2C3F5-BB91-4940-9ACE-CA5F647AC350}" type="datetimeFigureOut">
              <a:rPr lang="zh-CN" altLang="en-US" smtClean="0"/>
              <a:t>2024/12/4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00F82D3-1B3C-AEC1-75CC-02B8F19F2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78B7B93-0A5E-AA67-E389-615FC9D6C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70DF5-BAF9-472B-9BCD-32EF15BCD4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64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604AF0-EBF7-469A-18F2-DB9D850BE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EE6B96E-EBBE-097C-A094-FC26FC7788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085C8AB-034A-FA55-E8C9-E68D299CD6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77673D7-59EB-7446-F556-5D3F8EA37A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C427A2F-1B2C-C407-AF5E-48B8527A9F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0D0052A-0626-3EBF-E0F4-2E4D7DCB5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2C3F5-BB91-4940-9ACE-CA5F647AC350}" type="datetimeFigureOut">
              <a:rPr lang="zh-CN" altLang="en-US" smtClean="0"/>
              <a:t>2024/12/4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3E92D28-622E-3CD5-9945-C574DB362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68793CF-7BE4-BB2C-7631-C852A54FB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70DF5-BAF9-472B-9BCD-32EF15BCD4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2161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A9CBA1-F943-64F5-1231-F57E4572F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C2D3601-384B-8BEC-0241-E7CFDE6C7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2C3F5-BB91-4940-9ACE-CA5F647AC350}" type="datetimeFigureOut">
              <a:rPr lang="zh-CN" altLang="en-US" smtClean="0"/>
              <a:t>2024/12/4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BC18829-D6E7-756F-B286-D77D79E0D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7254B12-D3D2-A333-BC31-0EE871E1D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70DF5-BAF9-472B-9BCD-32EF15BCD4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9120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E3C83B9-7110-F28B-4402-6A27B0EF2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2C3F5-BB91-4940-9ACE-CA5F647AC350}" type="datetimeFigureOut">
              <a:rPr lang="zh-CN" altLang="en-US" smtClean="0"/>
              <a:t>2024/12/4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8D1D304-AE8C-D5D0-E7EB-11A23272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FCD242-004D-8728-65C8-97CB4E1EA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70DF5-BAF9-472B-9BCD-32EF15BCD4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9473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90FA6A-0EB0-CDCB-D305-BA469390C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91ECC6-6061-3E82-CEC8-5793D44DC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B61700B-35AF-EDE1-1BE7-CD581BFA4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B72A4D6-3D14-0066-78E9-CC3CAD6C5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2C3F5-BB91-4940-9ACE-CA5F647AC350}" type="datetimeFigureOut">
              <a:rPr lang="zh-CN" altLang="en-US" smtClean="0"/>
              <a:t>2024/12/4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4C1E5BC-DC41-EB2B-1A7D-4F9789988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3E37017-7CD0-5D1E-0FE1-22905BEE6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70DF5-BAF9-472B-9BCD-32EF15BCD4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9143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E14B5D-0984-0FB5-94FF-B3A3C54A1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4ADD73F-DA74-FC1E-3269-9E1C084A06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0FDBB4F-FCF7-BC77-2393-17C7581FBD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E365300-ED7B-12E8-0018-8C14121AA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2C3F5-BB91-4940-9ACE-CA5F647AC350}" type="datetimeFigureOut">
              <a:rPr lang="zh-CN" altLang="en-US" smtClean="0"/>
              <a:t>2024/12/4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611F1D-F5D5-8D2A-29C9-63E75210F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8F61427-8EAE-DE92-B331-2C80F04C8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70DF5-BAF9-472B-9BCD-32EF15BCD4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1789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832680-12A1-D5EC-9E8C-CAB93BE6B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F401C1E-4DA8-A1D7-EE98-5EACE97B2C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C7ECF5-1BA5-98F8-3AB9-B67DDEA5D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2C3F5-BB91-4940-9ACE-CA5F647AC350}" type="datetimeFigureOut">
              <a:rPr lang="zh-CN" altLang="en-US" smtClean="0"/>
              <a:t>2024/12/4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76E914-8711-3E0E-8D92-50DE6F174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A581C0-ED90-9886-C62F-13DB5D473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70DF5-BAF9-472B-9BCD-32EF15BCD4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0552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915E883-A732-D8A1-E25B-D773DE59EA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98E2125-5FA1-417E-A96F-0DB1BDF8F1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B86071-D7F3-68CB-F05A-77FC6AC95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2C3F5-BB91-4940-9ACE-CA5F647AC350}" type="datetimeFigureOut">
              <a:rPr lang="zh-CN" altLang="en-US" smtClean="0"/>
              <a:t>2024/12/4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B0E987-D54C-CBB4-8FB2-BDDB1B7A4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85F805-E942-B545-0281-EF13E7C15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70DF5-BAF9-472B-9BCD-32EF15BCD4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2848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CD7651B-DC1D-5F80-A015-C8ECA7A18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1B7D8D9-5731-ABC9-88A0-D601F3EA3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838F08-F688-1778-BBAE-2FBD6541BF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C2C3F5-BB91-4940-9ACE-CA5F647AC350}" type="datetimeFigureOut">
              <a:rPr lang="zh-CN" altLang="en-US" smtClean="0"/>
              <a:t>2024/12/4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FE7CFF-4146-8D12-A076-FB397D74B8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1AFA71-EAB2-71C3-9F50-51407A3D9A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B70DF5-BAF9-472B-9BCD-32EF15BCD4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9707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组合 79">
            <a:extLst>
              <a:ext uri="{FF2B5EF4-FFF2-40B4-BE49-F238E27FC236}">
                <a16:creationId xmlns:a16="http://schemas.microsoft.com/office/drawing/2014/main" id="{1E37AA67-D35E-6982-BB9C-570BB4B38C0A}"/>
              </a:ext>
            </a:extLst>
          </p:cNvPr>
          <p:cNvGrpSpPr/>
          <p:nvPr/>
        </p:nvGrpSpPr>
        <p:grpSpPr>
          <a:xfrm>
            <a:off x="2128351" y="1464276"/>
            <a:ext cx="7196624" cy="4666448"/>
            <a:chOff x="2128351" y="1464276"/>
            <a:chExt cx="7196624" cy="4666448"/>
          </a:xfrm>
        </p:grpSpPr>
        <p:grpSp>
          <p:nvGrpSpPr>
            <p:cNvPr id="74" name="组合 73">
              <a:extLst>
                <a:ext uri="{FF2B5EF4-FFF2-40B4-BE49-F238E27FC236}">
                  <a16:creationId xmlns:a16="http://schemas.microsoft.com/office/drawing/2014/main" id="{97AE9A11-A100-9A21-7D92-639206EF9880}"/>
                </a:ext>
              </a:extLst>
            </p:cNvPr>
            <p:cNvGrpSpPr/>
            <p:nvPr/>
          </p:nvGrpSpPr>
          <p:grpSpPr>
            <a:xfrm>
              <a:off x="2128351" y="1464276"/>
              <a:ext cx="7196624" cy="4666448"/>
              <a:chOff x="2128351" y="1464276"/>
              <a:chExt cx="7196624" cy="4666448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" name="流程图: 过程 3">
                    <a:extLst>
                      <a:ext uri="{FF2B5EF4-FFF2-40B4-BE49-F238E27FC236}">
                        <a16:creationId xmlns:a16="http://schemas.microsoft.com/office/drawing/2014/main" id="{A306B743-FD47-37D7-2A25-F57B7B70E2E5}"/>
                      </a:ext>
                    </a:extLst>
                  </p:cNvPr>
                  <p:cNvSpPr/>
                  <p:nvPr/>
                </p:nvSpPr>
                <p:spPr>
                  <a:xfrm>
                    <a:off x="3452314" y="2861338"/>
                    <a:ext cx="1214651" cy="593678"/>
                  </a:xfrm>
                  <a:prstGeom prst="flowChartProcess">
                    <a:avLst/>
                  </a:prstGeom>
                  <a:solidFill>
                    <a:schemeClr val="bg1"/>
                  </a:solidFill>
                  <a:ln w="190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 anchorCtr="1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  <m:r>
                            <a:rPr lang="en-US" altLang="zh-CN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  <m:r>
                            <a:rPr lang="en-US" altLang="zh-CN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zh-CN" altLang="en-US" sz="2400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4" name="流程图: 过程 3">
                    <a:extLst>
                      <a:ext uri="{FF2B5EF4-FFF2-40B4-BE49-F238E27FC236}">
                        <a16:creationId xmlns:a16="http://schemas.microsoft.com/office/drawing/2014/main" id="{A306B743-FD47-37D7-2A25-F57B7B70E2E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52314" y="2861338"/>
                    <a:ext cx="1214651" cy="593678"/>
                  </a:xfrm>
                  <a:prstGeom prst="flowChartProcess">
                    <a:avLst/>
                  </a:prstGeom>
                  <a:blipFill>
                    <a:blip r:embed="rId2"/>
                    <a:stretch>
                      <a:fillRect b="-990"/>
                    </a:stretch>
                  </a:blipFill>
                  <a:ln w="19050"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" name="流程图: 过程 4">
                    <a:extLst>
                      <a:ext uri="{FF2B5EF4-FFF2-40B4-BE49-F238E27FC236}">
                        <a16:creationId xmlns:a16="http://schemas.microsoft.com/office/drawing/2014/main" id="{DF997763-D543-8697-CAD3-9AF794D58234}"/>
                      </a:ext>
                    </a:extLst>
                  </p:cNvPr>
                  <p:cNvSpPr/>
                  <p:nvPr/>
                </p:nvSpPr>
                <p:spPr>
                  <a:xfrm>
                    <a:off x="5871877" y="5256922"/>
                    <a:ext cx="1214651" cy="873802"/>
                  </a:xfrm>
                  <a:prstGeom prst="flowChartProcess">
                    <a:avLst/>
                  </a:prstGeom>
                  <a:solidFill>
                    <a:schemeClr val="bg1"/>
                  </a:solidFill>
                  <a:ln w="190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zh-CN" altLang="en-US" sz="24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𝝏</m:t>
                              </m:r>
                              <m:sSup>
                                <m:sSupPr>
                                  <m:ctrlPr>
                                    <a:rPr lang="zh-CN" altLang="en-US" sz="24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4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𝜺</m:t>
                                  </m:r>
                                </m:e>
                                <m:sup>
                                  <m:r>
                                    <a:rPr lang="zh-CN" altLang="en-US" sz="24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zh-CN" altLang="en-US" sz="24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𝝏</m:t>
                              </m:r>
                              <m:r>
                                <a:rPr lang="zh-CN" altLang="en-US" sz="24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den>
                          </m:f>
                        </m:oMath>
                      </m:oMathPara>
                    </a14:m>
                    <a:endParaRPr lang="zh-CN" altLang="en-US" sz="2400" b="1" i="1" dirty="0">
                      <a:solidFill>
                        <a:schemeClr val="tx1"/>
                      </a:solidFill>
                      <a:latin typeface="Cambria Math" panose="02040503050406030204" pitchFamily="18" charset="0"/>
                    </a:endParaRPr>
                  </a:p>
                </p:txBody>
              </p:sp>
            </mc:Choice>
            <mc:Fallback>
              <p:sp>
                <p:nvSpPr>
                  <p:cNvPr id="5" name="流程图: 过程 4">
                    <a:extLst>
                      <a:ext uri="{FF2B5EF4-FFF2-40B4-BE49-F238E27FC236}">
                        <a16:creationId xmlns:a16="http://schemas.microsoft.com/office/drawing/2014/main" id="{DF997763-D543-8697-CAD3-9AF794D5823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71877" y="5256922"/>
                    <a:ext cx="1214651" cy="873802"/>
                  </a:xfrm>
                  <a:prstGeom prst="flowChartProcess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 w="19050"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" name="流程图: 过程 5">
                    <a:extLst>
                      <a:ext uri="{FF2B5EF4-FFF2-40B4-BE49-F238E27FC236}">
                        <a16:creationId xmlns:a16="http://schemas.microsoft.com/office/drawing/2014/main" id="{C9DA5279-B6DA-8B21-FADE-A8DCD6AA0229}"/>
                      </a:ext>
                    </a:extLst>
                  </p:cNvPr>
                  <p:cNvSpPr/>
                  <p:nvPr/>
                </p:nvSpPr>
                <p:spPr>
                  <a:xfrm>
                    <a:off x="6474332" y="4200970"/>
                    <a:ext cx="1214651" cy="593678"/>
                  </a:xfrm>
                  <a:prstGeom prst="flowChartProcess">
                    <a:avLst/>
                  </a:prstGeom>
                  <a:solidFill>
                    <a:schemeClr val="bg1"/>
                  </a:solidFill>
                  <a:ln w="190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altLang="zh-CN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  <m:r>
                            <a:rPr lang="en-US" altLang="zh-CN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altLang="zh-CN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zh-CN" altLang="en-US" sz="2400" b="1" i="1" dirty="0">
                      <a:solidFill>
                        <a:schemeClr val="tx1"/>
                      </a:solidFill>
                      <a:latin typeface="Cambria Math" panose="02040503050406030204" pitchFamily="18" charset="0"/>
                    </a:endParaRPr>
                  </a:p>
                </p:txBody>
              </p:sp>
            </mc:Choice>
            <mc:Fallback>
              <p:sp>
                <p:nvSpPr>
                  <p:cNvPr id="6" name="流程图: 过程 5">
                    <a:extLst>
                      <a:ext uri="{FF2B5EF4-FFF2-40B4-BE49-F238E27FC236}">
                        <a16:creationId xmlns:a16="http://schemas.microsoft.com/office/drawing/2014/main" id="{C9DA5279-B6DA-8B21-FADE-A8DCD6AA022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74332" y="4200970"/>
                    <a:ext cx="1214651" cy="593678"/>
                  </a:xfrm>
                  <a:prstGeom prst="flowChartProcess">
                    <a:avLst/>
                  </a:prstGeom>
                  <a:blipFill>
                    <a:blip r:embed="rId4"/>
                    <a:stretch>
                      <a:fillRect b="-1980"/>
                    </a:stretch>
                  </a:blipFill>
                  <a:ln w="19050"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" name="流程图: 过程 6">
                    <a:extLst>
                      <a:ext uri="{FF2B5EF4-FFF2-40B4-BE49-F238E27FC236}">
                        <a16:creationId xmlns:a16="http://schemas.microsoft.com/office/drawing/2014/main" id="{7AC02F28-204F-4F10-C971-0CBBB26026C9}"/>
                      </a:ext>
                    </a:extLst>
                  </p:cNvPr>
                  <p:cNvSpPr/>
                  <p:nvPr/>
                </p:nvSpPr>
                <p:spPr>
                  <a:xfrm>
                    <a:off x="3452315" y="4200970"/>
                    <a:ext cx="1214651" cy="593678"/>
                  </a:xfrm>
                  <a:prstGeom prst="flowChartProcess">
                    <a:avLst/>
                  </a:prstGeom>
                  <a:solidFill>
                    <a:schemeClr val="bg1"/>
                  </a:solidFill>
                  <a:ln w="190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  <m:r>
                            <a:rPr lang="en-US" altLang="zh-CN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  <m:r>
                            <a:rPr lang="en-US" altLang="zh-CN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zh-CN" altLang="en-US" sz="2400" b="1" i="1" dirty="0">
                      <a:solidFill>
                        <a:schemeClr val="tx1"/>
                      </a:solidFill>
                      <a:latin typeface="Cambria Math" panose="02040503050406030204" pitchFamily="18" charset="0"/>
                    </a:endParaRPr>
                  </a:p>
                </p:txBody>
              </p:sp>
            </mc:Choice>
            <mc:Fallback>
              <p:sp>
                <p:nvSpPr>
                  <p:cNvPr id="7" name="流程图: 过程 6">
                    <a:extLst>
                      <a:ext uri="{FF2B5EF4-FFF2-40B4-BE49-F238E27FC236}">
                        <a16:creationId xmlns:a16="http://schemas.microsoft.com/office/drawing/2014/main" id="{7AC02F28-204F-4F10-C971-0CBBB26026C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52315" y="4200970"/>
                    <a:ext cx="1214651" cy="593678"/>
                  </a:xfrm>
                  <a:prstGeom prst="flowChartProcess">
                    <a:avLst/>
                  </a:prstGeom>
                  <a:blipFill>
                    <a:blip r:embed="rId5"/>
                    <a:stretch>
                      <a:fillRect b="-1980"/>
                    </a:stretch>
                  </a:blipFill>
                  <a:ln w="19050"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5" name="组合 14">
                <a:extLst>
                  <a:ext uri="{FF2B5EF4-FFF2-40B4-BE49-F238E27FC236}">
                    <a16:creationId xmlns:a16="http://schemas.microsoft.com/office/drawing/2014/main" id="{74EDBB22-A738-5F25-3E78-3D163BDA469C}"/>
                  </a:ext>
                </a:extLst>
              </p:cNvPr>
              <p:cNvGrpSpPr/>
              <p:nvPr/>
            </p:nvGrpSpPr>
            <p:grpSpPr>
              <a:xfrm>
                <a:off x="5292355" y="1711884"/>
                <a:ext cx="445267" cy="411252"/>
                <a:chOff x="4539880" y="1652101"/>
                <a:chExt cx="445267" cy="411252"/>
              </a:xfrm>
            </p:grpSpPr>
            <p:sp>
              <p:nvSpPr>
                <p:cNvPr id="8" name="流程图: 接点 7">
                  <a:extLst>
                    <a:ext uri="{FF2B5EF4-FFF2-40B4-BE49-F238E27FC236}">
                      <a16:creationId xmlns:a16="http://schemas.microsoft.com/office/drawing/2014/main" id="{DAF36F5C-DCB7-773A-083E-1482D6F6AE31}"/>
                    </a:ext>
                  </a:extLst>
                </p:cNvPr>
                <p:cNvSpPr/>
                <p:nvPr/>
              </p:nvSpPr>
              <p:spPr>
                <a:xfrm>
                  <a:off x="4539880" y="1652101"/>
                  <a:ext cx="445267" cy="411252"/>
                </a:xfrm>
                <a:prstGeom prst="flowChartConnector">
                  <a:avLst/>
                </a:prstGeom>
                <a:solidFill>
                  <a:schemeClr val="bg1"/>
                </a:solidFill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4800" b="1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11" name="直接连接符 10">
                  <a:extLst>
                    <a:ext uri="{FF2B5EF4-FFF2-40B4-BE49-F238E27FC236}">
                      <a16:creationId xmlns:a16="http://schemas.microsoft.com/office/drawing/2014/main" id="{CBEFF1C8-5D2C-BD00-040E-FDF5357E80D6}"/>
                    </a:ext>
                  </a:extLst>
                </p:cNvPr>
                <p:cNvCxnSpPr>
                  <a:stCxn id="8" idx="0"/>
                  <a:endCxn id="8" idx="4"/>
                </p:cNvCxnSpPr>
                <p:nvPr/>
              </p:nvCxnSpPr>
              <p:spPr>
                <a:xfrm>
                  <a:off x="4762514" y="1652101"/>
                  <a:ext cx="0" cy="411252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直接连接符 11">
                  <a:extLst>
                    <a:ext uri="{FF2B5EF4-FFF2-40B4-BE49-F238E27FC236}">
                      <a16:creationId xmlns:a16="http://schemas.microsoft.com/office/drawing/2014/main" id="{FE4D1513-1D59-1BF7-6F7E-AC87EB06F227}"/>
                    </a:ext>
                  </a:extLst>
                </p:cNvPr>
                <p:cNvCxnSpPr>
                  <a:cxnSpLocks/>
                  <a:stCxn id="8" idx="2"/>
                  <a:endCxn id="8" idx="6"/>
                </p:cNvCxnSpPr>
                <p:nvPr/>
              </p:nvCxnSpPr>
              <p:spPr>
                <a:xfrm>
                  <a:off x="4539880" y="1857727"/>
                  <a:ext cx="445267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7" name="直接箭头连接符 16">
                <a:extLst>
                  <a:ext uri="{FF2B5EF4-FFF2-40B4-BE49-F238E27FC236}">
                    <a16:creationId xmlns:a16="http://schemas.microsoft.com/office/drawing/2014/main" id="{E7A664B8-3BCA-3E7C-7534-B71F69F02634}"/>
                  </a:ext>
                </a:extLst>
              </p:cNvPr>
              <p:cNvCxnSpPr>
                <a:cxnSpLocks/>
                <a:endCxn id="8" idx="2"/>
              </p:cNvCxnSpPr>
              <p:nvPr/>
            </p:nvCxnSpPr>
            <p:spPr>
              <a:xfrm>
                <a:off x="2297904" y="1915732"/>
                <a:ext cx="2994451" cy="1778"/>
              </a:xfrm>
              <a:prstGeom prst="straightConnector1">
                <a:avLst/>
              </a:prstGeom>
              <a:ln w="222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箭头连接符 17">
                <a:extLst>
                  <a:ext uri="{FF2B5EF4-FFF2-40B4-BE49-F238E27FC236}">
                    <a16:creationId xmlns:a16="http://schemas.microsoft.com/office/drawing/2014/main" id="{A6ECB762-E02F-57DA-908C-D45D84D0F7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62613" y="1915732"/>
                <a:ext cx="1204912" cy="0"/>
              </a:xfrm>
              <a:prstGeom prst="straightConnector1">
                <a:avLst/>
              </a:prstGeom>
              <a:ln w="222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连接符: 肘形 20">
                <a:extLst>
                  <a:ext uri="{FF2B5EF4-FFF2-40B4-BE49-F238E27FC236}">
                    <a16:creationId xmlns:a16="http://schemas.microsoft.com/office/drawing/2014/main" id="{66F010DE-7E5C-081D-D0F7-83BFB8AD2A1E}"/>
                  </a:ext>
                </a:extLst>
              </p:cNvPr>
              <p:cNvCxnSpPr>
                <a:stCxn id="4" idx="3"/>
                <a:endCxn id="8" idx="4"/>
              </p:cNvCxnSpPr>
              <p:nvPr/>
            </p:nvCxnSpPr>
            <p:spPr>
              <a:xfrm flipV="1">
                <a:off x="4666965" y="2123136"/>
                <a:ext cx="848024" cy="1035041"/>
              </a:xfrm>
              <a:prstGeom prst="bentConnector2">
                <a:avLst/>
              </a:prstGeom>
              <a:ln w="222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箭头连接符 21">
                <a:extLst>
                  <a:ext uri="{FF2B5EF4-FFF2-40B4-BE49-F238E27FC236}">
                    <a16:creationId xmlns:a16="http://schemas.microsoft.com/office/drawing/2014/main" id="{E07BECF1-53B2-A104-23C6-E7105C0A46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47402" y="3158177"/>
                <a:ext cx="1204912" cy="0"/>
              </a:xfrm>
              <a:prstGeom prst="straightConnector1">
                <a:avLst/>
              </a:prstGeom>
              <a:ln w="222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箭头连接符 22">
                <a:extLst>
                  <a:ext uri="{FF2B5EF4-FFF2-40B4-BE49-F238E27FC236}">
                    <a16:creationId xmlns:a16="http://schemas.microsoft.com/office/drawing/2014/main" id="{C9153F91-D58F-0DE3-59FF-AB631F175491}"/>
                  </a:ext>
                </a:extLst>
              </p:cNvPr>
              <p:cNvCxnSpPr>
                <a:cxnSpLocks/>
                <a:endCxn id="6" idx="1"/>
              </p:cNvCxnSpPr>
              <p:nvPr/>
            </p:nvCxnSpPr>
            <p:spPr>
              <a:xfrm>
                <a:off x="4666965" y="4494253"/>
                <a:ext cx="1807367" cy="3556"/>
              </a:xfrm>
              <a:prstGeom prst="straightConnector1">
                <a:avLst/>
              </a:prstGeom>
              <a:ln w="222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连接符: 肘形 24">
                <a:extLst>
                  <a:ext uri="{FF2B5EF4-FFF2-40B4-BE49-F238E27FC236}">
                    <a16:creationId xmlns:a16="http://schemas.microsoft.com/office/drawing/2014/main" id="{4378BCA3-EE9F-E825-A515-E42538ECA919}"/>
                  </a:ext>
                </a:extLst>
              </p:cNvPr>
              <p:cNvCxnSpPr>
                <a:cxnSpLocks/>
                <a:endCxn id="7" idx="1"/>
              </p:cNvCxnSpPr>
              <p:nvPr/>
            </p:nvCxnSpPr>
            <p:spPr>
              <a:xfrm rot="16200000" flipH="1">
                <a:off x="2285065" y="3330559"/>
                <a:ext cx="1339634" cy="994866"/>
              </a:xfrm>
              <a:prstGeom prst="bentConnector2">
                <a:avLst/>
              </a:prstGeom>
              <a:ln w="222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连接符: 肘形 29">
                <a:extLst>
                  <a:ext uri="{FF2B5EF4-FFF2-40B4-BE49-F238E27FC236}">
                    <a16:creationId xmlns:a16="http://schemas.microsoft.com/office/drawing/2014/main" id="{24A998E8-3D2E-68DF-FABB-FF55CD137646}"/>
                  </a:ext>
                </a:extLst>
              </p:cNvPr>
              <p:cNvCxnSpPr>
                <a:endCxn id="5" idx="1"/>
              </p:cNvCxnSpPr>
              <p:nvPr/>
            </p:nvCxnSpPr>
            <p:spPr>
              <a:xfrm rot="16200000" flipH="1">
                <a:off x="4969975" y="4791921"/>
                <a:ext cx="1201348" cy="602456"/>
              </a:xfrm>
              <a:prstGeom prst="bentConnector2">
                <a:avLst/>
              </a:prstGeom>
              <a:ln w="222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组合 30">
                <a:extLst>
                  <a:ext uri="{FF2B5EF4-FFF2-40B4-BE49-F238E27FC236}">
                    <a16:creationId xmlns:a16="http://schemas.microsoft.com/office/drawing/2014/main" id="{E80611B1-3595-DF0C-CBC6-699E36E85E0F}"/>
                  </a:ext>
                </a:extLst>
              </p:cNvPr>
              <p:cNvGrpSpPr/>
              <p:nvPr/>
            </p:nvGrpSpPr>
            <p:grpSpPr>
              <a:xfrm>
                <a:off x="6867525" y="1711884"/>
                <a:ext cx="445267" cy="411252"/>
                <a:chOff x="4539880" y="1652101"/>
                <a:chExt cx="445267" cy="411252"/>
              </a:xfrm>
            </p:grpSpPr>
            <p:sp>
              <p:nvSpPr>
                <p:cNvPr id="32" name="流程图: 接点 31">
                  <a:extLst>
                    <a:ext uri="{FF2B5EF4-FFF2-40B4-BE49-F238E27FC236}">
                      <a16:creationId xmlns:a16="http://schemas.microsoft.com/office/drawing/2014/main" id="{90845C43-D8AD-4F72-5AC9-5603BB05BFFF}"/>
                    </a:ext>
                  </a:extLst>
                </p:cNvPr>
                <p:cNvSpPr/>
                <p:nvPr/>
              </p:nvSpPr>
              <p:spPr>
                <a:xfrm>
                  <a:off x="4539880" y="1652101"/>
                  <a:ext cx="445267" cy="411252"/>
                </a:xfrm>
                <a:prstGeom prst="flowChartConnector">
                  <a:avLst/>
                </a:prstGeom>
                <a:solidFill>
                  <a:schemeClr val="bg1"/>
                </a:solidFill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4800" b="1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33" name="直接连接符 32">
                  <a:extLst>
                    <a:ext uri="{FF2B5EF4-FFF2-40B4-BE49-F238E27FC236}">
                      <a16:creationId xmlns:a16="http://schemas.microsoft.com/office/drawing/2014/main" id="{408E6523-A18B-8A18-4512-B3B1B855BC4D}"/>
                    </a:ext>
                  </a:extLst>
                </p:cNvPr>
                <p:cNvCxnSpPr>
                  <a:stCxn id="32" idx="0"/>
                  <a:endCxn id="32" idx="4"/>
                </p:cNvCxnSpPr>
                <p:nvPr/>
              </p:nvCxnSpPr>
              <p:spPr>
                <a:xfrm>
                  <a:off x="4762514" y="1652101"/>
                  <a:ext cx="0" cy="411252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直接连接符 33">
                  <a:extLst>
                    <a:ext uri="{FF2B5EF4-FFF2-40B4-BE49-F238E27FC236}">
                      <a16:creationId xmlns:a16="http://schemas.microsoft.com/office/drawing/2014/main" id="{9880812D-1F6F-66F8-CFCA-FB4A55E5DC88}"/>
                    </a:ext>
                  </a:extLst>
                </p:cNvPr>
                <p:cNvCxnSpPr>
                  <a:cxnSpLocks/>
                  <a:stCxn id="32" idx="2"/>
                  <a:endCxn id="32" idx="6"/>
                </p:cNvCxnSpPr>
                <p:nvPr/>
              </p:nvCxnSpPr>
              <p:spPr>
                <a:xfrm>
                  <a:off x="4539880" y="1857727"/>
                  <a:ext cx="445267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6" name="直接箭头连接符 35">
                <a:extLst>
                  <a:ext uri="{FF2B5EF4-FFF2-40B4-BE49-F238E27FC236}">
                    <a16:creationId xmlns:a16="http://schemas.microsoft.com/office/drawing/2014/main" id="{0C787143-91B3-DA06-A656-854830B834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12792" y="1915732"/>
                <a:ext cx="2012183" cy="0"/>
              </a:xfrm>
              <a:prstGeom prst="straightConnector1">
                <a:avLst/>
              </a:prstGeom>
              <a:ln w="222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箭头连接符 36">
                <a:extLst>
                  <a:ext uri="{FF2B5EF4-FFF2-40B4-BE49-F238E27FC236}">
                    <a16:creationId xmlns:a16="http://schemas.microsoft.com/office/drawing/2014/main" id="{A57F2C99-C3AC-709F-2B9B-5A899E84B2D1}"/>
                  </a:ext>
                </a:extLst>
              </p:cNvPr>
              <p:cNvCxnSpPr>
                <a:cxnSpLocks/>
                <a:stCxn id="6" idx="0"/>
                <a:endCxn id="32" idx="4"/>
              </p:cNvCxnSpPr>
              <p:nvPr/>
            </p:nvCxnSpPr>
            <p:spPr>
              <a:xfrm flipV="1">
                <a:off x="7081658" y="2123136"/>
                <a:ext cx="8501" cy="2077834"/>
              </a:xfrm>
              <a:prstGeom prst="straightConnector1">
                <a:avLst/>
              </a:prstGeom>
              <a:ln w="222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连接符: 肘形 41">
                <a:extLst>
                  <a:ext uri="{FF2B5EF4-FFF2-40B4-BE49-F238E27FC236}">
                    <a16:creationId xmlns:a16="http://schemas.microsoft.com/office/drawing/2014/main" id="{A4BB81AB-71FC-02F3-EAD9-EF5467B3FEC9}"/>
                  </a:ext>
                </a:extLst>
              </p:cNvPr>
              <p:cNvCxnSpPr>
                <a:endCxn id="5" idx="3"/>
              </p:cNvCxnSpPr>
              <p:nvPr/>
            </p:nvCxnSpPr>
            <p:spPr>
              <a:xfrm rot="5400000">
                <a:off x="5792832" y="3209429"/>
                <a:ext cx="3778091" cy="1190697"/>
              </a:xfrm>
              <a:prstGeom prst="bentConnector2">
                <a:avLst/>
              </a:prstGeom>
              <a:ln w="222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箭头连接符 42">
                <a:extLst>
                  <a:ext uri="{FF2B5EF4-FFF2-40B4-BE49-F238E27FC236}">
                    <a16:creationId xmlns:a16="http://schemas.microsoft.com/office/drawing/2014/main" id="{6A0EF1DD-E088-053C-A681-5217442CDBB8}"/>
                  </a:ext>
                </a:extLst>
              </p:cNvPr>
              <p:cNvCxnSpPr>
                <a:cxnSpLocks/>
                <a:stCxn id="5" idx="0"/>
                <a:endCxn id="6" idx="2"/>
              </p:cNvCxnSpPr>
              <p:nvPr/>
            </p:nvCxnSpPr>
            <p:spPr>
              <a:xfrm flipV="1">
                <a:off x="6479203" y="4794648"/>
                <a:ext cx="602455" cy="462274"/>
              </a:xfrm>
              <a:prstGeom prst="straightConnector1">
                <a:avLst/>
              </a:prstGeom>
              <a:ln w="2222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5" name="文本框 54">
                    <a:extLst>
                      <a:ext uri="{FF2B5EF4-FFF2-40B4-BE49-F238E27FC236}">
                        <a16:creationId xmlns:a16="http://schemas.microsoft.com/office/drawing/2014/main" id="{BA7D5EB4-6EAE-BC89-7F73-A71DDE0FA9CC}"/>
                      </a:ext>
                    </a:extLst>
                  </p:cNvPr>
                  <p:cNvSpPr txBox="1"/>
                  <p:nvPr/>
                </p:nvSpPr>
                <p:spPr>
                  <a:xfrm>
                    <a:off x="2151042" y="2715572"/>
                    <a:ext cx="994867" cy="51552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>
                      <a:spcBef>
                        <a:spcPts val="900"/>
                      </a:spcBef>
                      <a:spcAft>
                        <a:spcPts val="900"/>
                      </a:spcAf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000" b="1" i="1" smtClean="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𝒏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zh-CN" sz="2000" b="1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𝒖</m:t>
                              </m:r>
                            </m:e>
                          </m:d>
                        </m:oMath>
                      </m:oMathPara>
                    </a14:m>
                    <a:endParaRPr lang="zh-CN" altLang="zh-CN" sz="2000" b="1" dirty="0">
                      <a:effectLst/>
                      <a:latin typeface="Cambria" panose="020405030504060302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55" name="文本框 54">
                    <a:extLst>
                      <a:ext uri="{FF2B5EF4-FFF2-40B4-BE49-F238E27FC236}">
                        <a16:creationId xmlns:a16="http://schemas.microsoft.com/office/drawing/2014/main" id="{BA7D5EB4-6EAE-BC89-7F73-A71DDE0FA9C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51042" y="2715572"/>
                    <a:ext cx="994867" cy="515526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6" name="文本框 55">
                    <a:extLst>
                      <a:ext uri="{FF2B5EF4-FFF2-40B4-BE49-F238E27FC236}">
                        <a16:creationId xmlns:a16="http://schemas.microsoft.com/office/drawing/2014/main" id="{C31024DF-304F-CC9C-948A-4AEAD5E19750}"/>
                      </a:ext>
                    </a:extLst>
                  </p:cNvPr>
                  <p:cNvSpPr txBox="1"/>
                  <p:nvPr/>
                </p:nvSpPr>
                <p:spPr>
                  <a:xfrm>
                    <a:off x="2128351" y="1481787"/>
                    <a:ext cx="994867" cy="40011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000" b="1" i="1"/>
                            <m:t>𝒔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zh-CN" sz="2000" b="1" i="1"/>
                              </m:ctrlPr>
                            </m:dPr>
                            <m:e>
                              <m:r>
                                <a:rPr lang="en-US" altLang="zh-CN" sz="2000" b="1" i="1"/>
                                <m:t>𝒖</m:t>
                              </m:r>
                            </m:e>
                          </m:d>
                        </m:oMath>
                      </m:oMathPara>
                    </a14:m>
                    <a:endParaRPr lang="zh-CN" altLang="zh-CN" b="1" dirty="0"/>
                  </a:p>
                </p:txBody>
              </p:sp>
            </mc:Choice>
            <mc:Fallback>
              <p:sp>
                <p:nvSpPr>
                  <p:cNvPr id="56" name="文本框 55">
                    <a:extLst>
                      <a:ext uri="{FF2B5EF4-FFF2-40B4-BE49-F238E27FC236}">
                        <a16:creationId xmlns:a16="http://schemas.microsoft.com/office/drawing/2014/main" id="{C31024DF-304F-CC9C-948A-4AEAD5E1975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28351" y="1481787"/>
                    <a:ext cx="994867" cy="40011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4" name="文本框 63">
                    <a:extLst>
                      <a:ext uri="{FF2B5EF4-FFF2-40B4-BE49-F238E27FC236}">
                        <a16:creationId xmlns:a16="http://schemas.microsoft.com/office/drawing/2014/main" id="{EBDD8FA5-25A0-2B4B-358A-D571FAFBBE93}"/>
                      </a:ext>
                    </a:extLst>
                  </p:cNvPr>
                  <p:cNvSpPr txBox="1"/>
                  <p:nvPr/>
                </p:nvSpPr>
                <p:spPr>
                  <a:xfrm>
                    <a:off x="4783171" y="2430098"/>
                    <a:ext cx="879442" cy="40011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sz="20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𝒖</m:t>
                              </m:r>
                            </m:e>
                          </m:d>
                        </m:oMath>
                      </m:oMathPara>
                    </a14:m>
                    <a:endParaRPr lang="zh-CN" altLang="en-US" b="1" dirty="0"/>
                  </a:p>
                </p:txBody>
              </p:sp>
            </mc:Choice>
            <mc:Fallback>
              <p:sp>
                <p:nvSpPr>
                  <p:cNvPr id="64" name="文本框 63">
                    <a:extLst>
                      <a:ext uri="{FF2B5EF4-FFF2-40B4-BE49-F238E27FC236}">
                        <a16:creationId xmlns:a16="http://schemas.microsoft.com/office/drawing/2014/main" id="{EBDD8FA5-25A0-2B4B-358A-D571FAFBBE9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83171" y="2430098"/>
                    <a:ext cx="879442" cy="40011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7" name="文本框 66">
                    <a:extLst>
                      <a:ext uri="{FF2B5EF4-FFF2-40B4-BE49-F238E27FC236}">
                        <a16:creationId xmlns:a16="http://schemas.microsoft.com/office/drawing/2014/main" id="{356174AD-4E74-AC9C-FA43-05BE025E2539}"/>
                      </a:ext>
                    </a:extLst>
                  </p:cNvPr>
                  <p:cNvSpPr txBox="1"/>
                  <p:nvPr/>
                </p:nvSpPr>
                <p:spPr>
                  <a:xfrm>
                    <a:off x="5732071" y="1478831"/>
                    <a:ext cx="1011642" cy="40011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sz="2000" b="1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b="1" i="1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zh-CN" altLang="en-US" sz="2000" b="1" i="1">
                                  <a:latin typeface="Cambria Math" panose="02040503050406030204" pitchFamily="18" charset="0"/>
                                </a:rPr>
                                <m:t>𝒊𝒏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000" b="1" i="1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</m:d>
                        </m:oMath>
                      </m:oMathPara>
                    </a14:m>
                    <a:endParaRPr lang="zh-CN" altLang="en-US" sz="2000" b="1" dirty="0"/>
                  </a:p>
                </p:txBody>
              </p:sp>
            </mc:Choice>
            <mc:Fallback>
              <p:sp>
                <p:nvSpPr>
                  <p:cNvPr id="67" name="文本框 66">
                    <a:extLst>
                      <a:ext uri="{FF2B5EF4-FFF2-40B4-BE49-F238E27FC236}">
                        <a16:creationId xmlns:a16="http://schemas.microsoft.com/office/drawing/2014/main" id="{356174AD-4E74-AC9C-FA43-05BE025E253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32071" y="1478831"/>
                    <a:ext cx="1011642" cy="40011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153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9" name="文本框 68">
                    <a:extLst>
                      <a:ext uri="{FF2B5EF4-FFF2-40B4-BE49-F238E27FC236}">
                        <a16:creationId xmlns:a16="http://schemas.microsoft.com/office/drawing/2014/main" id="{65E10A37-E2CD-3A7A-C5DA-07968AB8C726}"/>
                      </a:ext>
                    </a:extLst>
                  </p:cNvPr>
                  <p:cNvSpPr txBox="1"/>
                  <p:nvPr/>
                </p:nvSpPr>
                <p:spPr>
                  <a:xfrm>
                    <a:off x="4831593" y="4100405"/>
                    <a:ext cx="1179409" cy="395558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sz="1800" b="1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800" b="1" i="1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zh-CN" sz="1800" b="1" i="1" smtClean="0">
                                  <a:latin typeface="Cambria Math" panose="02040503050406030204" pitchFamily="18" charset="0"/>
                                </a:rPr>
                                <m:t>𝒓𝒆𝒇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sz="18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1800" b="1" i="1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</m:d>
                        </m:oMath>
                      </m:oMathPara>
                    </a14:m>
                    <a:endParaRPr lang="zh-CN" altLang="en-US" b="1" dirty="0"/>
                  </a:p>
                </p:txBody>
              </p:sp>
            </mc:Choice>
            <mc:Fallback>
              <p:sp>
                <p:nvSpPr>
                  <p:cNvPr id="69" name="文本框 68">
                    <a:extLst>
                      <a:ext uri="{FF2B5EF4-FFF2-40B4-BE49-F238E27FC236}">
                        <a16:creationId xmlns:a16="http://schemas.microsoft.com/office/drawing/2014/main" id="{65E10A37-E2CD-3A7A-C5DA-07968AB8C72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31593" y="4100405"/>
                    <a:ext cx="1179409" cy="395558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923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1" name="文本框 70">
                    <a:extLst>
                      <a:ext uri="{FF2B5EF4-FFF2-40B4-BE49-F238E27FC236}">
                        <a16:creationId xmlns:a16="http://schemas.microsoft.com/office/drawing/2014/main" id="{9D384651-4CDB-A46A-AC6B-A5E274506E7D}"/>
                      </a:ext>
                    </a:extLst>
                  </p:cNvPr>
                  <p:cNvSpPr txBox="1"/>
                  <p:nvPr/>
                </p:nvSpPr>
                <p:spPr>
                  <a:xfrm>
                    <a:off x="7142546" y="1464276"/>
                    <a:ext cx="1683617" cy="40011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𝝐</m:t>
                              </m:r>
                            </m:e>
                            <m:sub>
                              <m:r>
                                <a:rPr lang="en-US" altLang="zh-CN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</m:d>
                        </m:oMath>
                      </m:oMathPara>
                    </a14:m>
                    <a:endParaRPr lang="zh-CN" altLang="en-US" sz="2000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71" name="文本框 70">
                    <a:extLst>
                      <a:ext uri="{FF2B5EF4-FFF2-40B4-BE49-F238E27FC236}">
                        <a16:creationId xmlns:a16="http://schemas.microsoft.com/office/drawing/2014/main" id="{9D384651-4CDB-A46A-AC6B-A5E274506E7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42546" y="1464276"/>
                    <a:ext cx="1683617" cy="40011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3" name="文本框 72">
                    <a:extLst>
                      <a:ext uri="{FF2B5EF4-FFF2-40B4-BE49-F238E27FC236}">
                        <a16:creationId xmlns:a16="http://schemas.microsoft.com/office/drawing/2014/main" id="{02BBE5E4-A608-03FF-B2B3-2691BBEEFBF7}"/>
                      </a:ext>
                    </a:extLst>
                  </p:cNvPr>
                  <p:cNvSpPr txBox="1"/>
                  <p:nvPr/>
                </p:nvSpPr>
                <p:spPr>
                  <a:xfrm>
                    <a:off x="6367962" y="2430098"/>
                    <a:ext cx="824937" cy="40011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̂"/>
                              <m:ctrlPr>
                                <a:rPr lang="zh-CN" altLang="en-US" sz="20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0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acc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000" b="1" i="1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</m:d>
                        </m:oMath>
                      </m:oMathPara>
                    </a14:m>
                    <a:endParaRPr lang="zh-CN" altLang="en-US" sz="2000" b="1" i="1" dirty="0">
                      <a:latin typeface="Cambria Math" panose="02040503050406030204" pitchFamily="18" charset="0"/>
                    </a:endParaRPr>
                  </a:p>
                </p:txBody>
              </p:sp>
            </mc:Choice>
            <mc:Fallback>
              <p:sp>
                <p:nvSpPr>
                  <p:cNvPr id="73" name="文本框 72">
                    <a:extLst>
                      <a:ext uri="{FF2B5EF4-FFF2-40B4-BE49-F238E27FC236}">
                        <a16:creationId xmlns:a16="http://schemas.microsoft.com/office/drawing/2014/main" id="{02BBE5E4-A608-03FF-B2B3-2691BBEEFBF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67962" y="2430098"/>
                    <a:ext cx="824937" cy="400110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t="-4615" r="-296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7ABD0300-232B-DF3A-CC72-FDA72E891C50}"/>
                </a:ext>
              </a:extLst>
            </p:cNvPr>
            <p:cNvCxnSpPr>
              <a:cxnSpLocks/>
            </p:cNvCxnSpPr>
            <p:nvPr/>
          </p:nvCxnSpPr>
          <p:spPr>
            <a:xfrm>
              <a:off x="6780430" y="2247900"/>
              <a:ext cx="215683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84099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29</Words>
  <Application>Microsoft Office PowerPoint</Application>
  <PresentationFormat>宽屏</PresentationFormat>
  <Paragraphs>11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Arial</vt:lpstr>
      <vt:lpstr>Cambria</vt:lpstr>
      <vt:lpstr>Cambria Math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Hong Chen</dc:creator>
  <cp:lastModifiedBy>Hong Chen</cp:lastModifiedBy>
  <cp:revision>2</cp:revision>
  <dcterms:created xsi:type="dcterms:W3CDTF">2024-12-04T16:20:36Z</dcterms:created>
  <dcterms:modified xsi:type="dcterms:W3CDTF">2024-12-04T18:52:38Z</dcterms:modified>
</cp:coreProperties>
</file>